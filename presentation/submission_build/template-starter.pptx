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028a6b71944b8a" /><Relationship Type="http://schemas.openxmlformats.org/officeDocument/2006/relationships/extended-properties" Target="/docProps/app.xml" Id="Reaacfa4f2dc148d2" /><Relationship Type="http://schemas.openxmlformats.org/officeDocument/2006/relationships/officeDocument" Target="/ppt/presentation.xml" Id="R2eaf0e1423c1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2b9267d6864995"/>
  </p:sldMasterIdLst>
  <p:notesMasterIdLst>
    <p:notesMasterId xmlns:r="http://schemas.openxmlformats.org/officeDocument/2006/relationships" r:id="Rb27ef2b87cb443be"/>
  </p:notesMasterIdLst>
  <p:sldIdLst>
    <p:sldId xmlns:r="http://schemas.openxmlformats.org/officeDocument/2006/relationships" id="256" r:id="R36b5e6bc9fe7455b"/>
    <p:sldId xmlns:r="http://schemas.openxmlformats.org/officeDocument/2006/relationships" id="257" r:id="R4ec30781ad2f4543"/>
    <p:sldId xmlns:r="http://schemas.openxmlformats.org/officeDocument/2006/relationships" id="258" r:id="R71e25a1dd3614944"/>
    <p:sldId xmlns:r="http://schemas.openxmlformats.org/officeDocument/2006/relationships" id="259" r:id="R2d641d941c774dbf"/>
    <p:sldId xmlns:r="http://schemas.openxmlformats.org/officeDocument/2006/relationships" id="260" r:id="R27c9410cb7e44222"/>
    <p:sldId xmlns:r="http://schemas.openxmlformats.org/officeDocument/2006/relationships" id="261" r:id="R04f36d45f67848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eeb7974aa44f6" /><Relationship Type="http://schemas.openxmlformats.org/officeDocument/2006/relationships/slideMaster" Target="/ppt/slideMasters/slideMaster1.xml" Id="Rf02b9267d6864995" /><Relationship Type="http://schemas.openxmlformats.org/officeDocument/2006/relationships/notesMaster" Target="/ppt/notesMasters/notesMaster1.xml" Id="Rb27ef2b87cb443be" /><Relationship Type="http://schemas.openxmlformats.org/officeDocument/2006/relationships/presProps" Target="/ppt/presProps.xml" Id="Rff106520b8f74b9b" /><Relationship Type="http://schemas.openxmlformats.org/officeDocument/2006/relationships/viewProps" Target="/ppt/viewProps.xml" Id="R4958bdf05f5b4364" /><Relationship Type="http://schemas.openxmlformats.org/officeDocument/2006/relationships/tableStyles" Target="/ppt/tableStyles.xml" Id="R694d6b50d0b24eb3" /><Relationship Type="http://schemas.openxmlformats.org/officeDocument/2006/relationships/slide" Target="/ppt/slides/slide1.xml" Id="R36b5e6bc9fe7455b" /><Relationship Type="http://schemas.openxmlformats.org/officeDocument/2006/relationships/slide" Target="/ppt/slides/slide2.xml" Id="R4ec30781ad2f4543" /><Relationship Type="http://schemas.openxmlformats.org/officeDocument/2006/relationships/slide" Target="/ppt/slides/slide3.xml" Id="R71e25a1dd3614944" /><Relationship Type="http://schemas.openxmlformats.org/officeDocument/2006/relationships/slide" Target="/ppt/slides/slide4.xml" Id="R2d641d941c774dbf" /><Relationship Type="http://schemas.openxmlformats.org/officeDocument/2006/relationships/slide" Target="/ppt/slides/slide5.xml" Id="R27c9410cb7e44222" /><Relationship Type="http://schemas.openxmlformats.org/officeDocument/2006/relationships/slide" Target="/ppt/slides/slide6.xml" Id="R04f36d45f67848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a654fcb5be43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d94b1ccce4498" /><Relationship Type="http://schemas.openxmlformats.org/officeDocument/2006/relationships/notesMaster" Target="/ppt/notesMasters/notesMaster1.xml" Id="R81785f57943f4b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b54b1d2a16486e" /><Relationship Type="http://schemas.openxmlformats.org/officeDocument/2006/relationships/notesMaster" Target="/ppt/notesMasters/notesMaster1.xml" Id="Re06c648042bd49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efb6d1599f4a87" /><Relationship Type="http://schemas.openxmlformats.org/officeDocument/2006/relationships/notesMaster" Target="/ppt/notesMasters/notesMaster1.xml" Id="R97a65966861340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6f4142df4b4018" /><Relationship Type="http://schemas.openxmlformats.org/officeDocument/2006/relationships/notesMaster" Target="/ppt/notesMasters/notesMaster1.xml" Id="R9912279b9eb1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5134d3ebf14d93" /><Relationship Type="http://schemas.openxmlformats.org/officeDocument/2006/relationships/notesMaster" Target="/ppt/notesMasters/notesMaster1.xml" Id="Ra19c8ea8dd8b41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bd215c303b405a" /><Relationship Type="http://schemas.openxmlformats.org/officeDocument/2006/relationships/notesMaster" Target="/ppt/notesMasters/notesMaster1.xml" Id="R1baf0c82903c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d7e4e4b3e41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65e5e2e074c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9147a186848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f85107ccd4f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aa092435646dd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7E30112-DDAA-4DF3-BB8F-CA72AA0983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25980"/>
            <a:ext cx="10363200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84A15B2-2A7C-4CC5-BBB7-EC6CF90E71B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750" b="0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AD0E6C0D-0400-4034-B8F0-1155AEAB721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BD812C8-FB4A-4F8B-B756-2FF8E75DB7E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B3B275D3-F564-4A13-97B6-A7FCA6768A8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DE01ACF-D019-4FE4-ABD4-B36A4909F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39DDDE7-D52E-4B66-B236-37BA8E567A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2750" b="0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ACBD6696-1B81-46EE-BDAF-24DEE354E6F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D6ADF2D9-E4DD-4D0B-9730-59B72624AC6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F0CB25AA-C81B-45BC-9305-A2BEC1C9B10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CBC2ED3-0814-41D5-BC51-EB0E9EA37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25E8B7E-8163-45EF-9236-5D9BE4A6E8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1577340"/>
            <a:ext cx="5303520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60C6523-9C74-47CE-9268-2C0FDA2BDA92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6278880" y="1577340"/>
            <a:ext cx="5303520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3818C78-FE30-4151-8BBC-1BBF3A1E416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C9A2AC94-B5E5-4B0D-84C3-9B9A2F4AF30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027D964E-D987-4D24-A625-583F5D570BD7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4E510E4-2BBE-4D98-A8DF-405D6A897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9B4D47A-21EC-4448-B63C-9E57E41B069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F53C3FF-FFFD-41FD-814A-CF3AE8397A7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3099DB7-DB76-4051-9D8D-03D069A7BF6D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F96C428-AFCC-4043-BF94-96050BD0971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3B6EDF8-4436-4C46-996C-4BCC1C833F7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AAA0B756-E8AA-4926-8741-ECAB80C976A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20f71855246d7" /><Relationship Type="http://schemas.openxmlformats.org/officeDocument/2006/relationships/slideLayout" Target="/ppt/slideLayouts/slideLayout1.xml" Id="Rafee206075fd473d" /><Relationship Type="http://schemas.openxmlformats.org/officeDocument/2006/relationships/slideLayout" Target="/ppt/slideLayouts/slideLayout2.xml" Id="Re780a170aa7b4895" /><Relationship Type="http://schemas.openxmlformats.org/officeDocument/2006/relationships/slideLayout" Target="/ppt/slideLayouts/slideLayout3.xml" Id="Rf383aebf5b354c3d" /><Relationship Type="http://schemas.openxmlformats.org/officeDocument/2006/relationships/slideLayout" Target="/ppt/slideLayouts/slideLayout4.xml" Id="Rcee99bd9049240d7" /><Relationship Type="http://schemas.openxmlformats.org/officeDocument/2006/relationships/slideLayout" Target="/ppt/slideLayouts/slideLayout5.xml" Id="Rd465c47355dc403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2758339E-F00A-4811-8D3F-A81C9EA6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DD889C0-DB10-4C52-83C0-691FB2942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6975" y="57702"/>
            <a:ext cx="8805545" cy="745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950" b="1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25C676F9-B638-477D-A474-F0DB80539B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15097" y="2708252"/>
            <a:ext cx="4907280" cy="316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750" b="0" i="0">
                <a:solidFill>
                  <a:schemeClr val="bg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2F60BFA-8A94-4DE9-A558-904AA775916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48F31A5-E1F9-4716-9DFB-28C87ED89A1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C027FD1-CE51-43C8-BB02-E9DFFC9341C4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e206075fd473d"/>
    <p:sldLayoutId xmlns:r="http://schemas.openxmlformats.org/officeDocument/2006/relationships" id="2147483650" r:id="Re780a170aa7b4895"/>
    <p:sldLayoutId xmlns:r="http://schemas.openxmlformats.org/officeDocument/2006/relationships" id="2147483651" r:id="Rf383aebf5b354c3d"/>
    <p:sldLayoutId xmlns:r="http://schemas.openxmlformats.org/officeDocument/2006/relationships" id="2147483652" r:id="Rcee99bd9049240d7"/>
    <p:sldLayoutId xmlns:r="http://schemas.openxmlformats.org/officeDocument/2006/relationships" id="2147483653" r:id="Rd465c47355dc403f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78310a7e645c3" /><Relationship Type="http://schemas.openxmlformats.org/officeDocument/2006/relationships/image" Target="/ppt/media/image.png" Id="Rf4b510df3b3546d1" /><Relationship Type="http://schemas.openxmlformats.org/officeDocument/2006/relationships/image" Target="/ppt/media/image2.png" Id="R9aa5e8d53bc54494" /><Relationship Type="http://schemas.openxmlformats.org/officeDocument/2006/relationships/image" Target="/ppt/media/image3.png" Id="Rae0f18677d8c444a" /><Relationship Type="http://schemas.openxmlformats.org/officeDocument/2006/relationships/notesSlide" Target="/ppt/notesSlides/notesSlide1.xml" Id="Rddb4516b9d964d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9160fb8e064380" /><Relationship Type="http://schemas.openxmlformats.org/officeDocument/2006/relationships/image" Target="/ppt/media/image4.png" Id="R5215ad64e4264295" /><Relationship Type="http://schemas.openxmlformats.org/officeDocument/2006/relationships/image" Target="/ppt/media/image5.png" Id="Rc5a5589c298b4545" /><Relationship Type="http://schemas.openxmlformats.org/officeDocument/2006/relationships/image" Target="/ppt/media/image6.png" Id="R092c8f0d84d04468" /><Relationship Type="http://schemas.openxmlformats.org/officeDocument/2006/relationships/image" Target="/ppt/media/image7.png" Id="R7fce7de7eadf4392" /><Relationship Type="http://schemas.openxmlformats.org/officeDocument/2006/relationships/image" Target="/ppt/media/image3.png" Id="R81b3b671316c4c98" /><Relationship Type="http://schemas.openxmlformats.org/officeDocument/2006/relationships/notesSlide" Target="/ppt/notesSlides/notesSlide2.xml" Id="R00bd0ecbae9040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5f350fb3b49f3" /><Relationship Type="http://schemas.openxmlformats.org/officeDocument/2006/relationships/image" Target="/ppt/media/image5.png" Id="Ra682673d09a3448a" /><Relationship Type="http://schemas.openxmlformats.org/officeDocument/2006/relationships/image" Target="/ppt/media/image4.png" Id="Rb6d9db578ec44acf" /><Relationship Type="http://schemas.openxmlformats.org/officeDocument/2006/relationships/image" Target="/ppt/media/image8.png" Id="Rfd7ac1950f474e0a" /><Relationship Type="http://schemas.openxmlformats.org/officeDocument/2006/relationships/image" Target="/ppt/media/image6.png" Id="R713a6f233b1341d9" /><Relationship Type="http://schemas.openxmlformats.org/officeDocument/2006/relationships/image" Target="/ppt/media/image3.png" Id="Reb6d8db5e6ca4bc6" /><Relationship Type="http://schemas.openxmlformats.org/officeDocument/2006/relationships/notesSlide" Target="/ppt/notesSlides/notesSlide3.xml" Id="R21b30dd5e43c44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af21eab04d4beb" /><Relationship Type="http://schemas.openxmlformats.org/officeDocument/2006/relationships/image" Target="/ppt/media/image5.png" Id="R00342fd27cc44087" /><Relationship Type="http://schemas.openxmlformats.org/officeDocument/2006/relationships/image" Target="/ppt/media/image4.png" Id="R08acbf63c61b40a2" /><Relationship Type="http://schemas.openxmlformats.org/officeDocument/2006/relationships/image" Target="/ppt/media/image6.png" Id="R2edf118b39294f62" /><Relationship Type="http://schemas.openxmlformats.org/officeDocument/2006/relationships/image" Target="/ppt/media/image3.png" Id="R491d5409d76a44a2" /><Relationship Type="http://schemas.openxmlformats.org/officeDocument/2006/relationships/notesSlide" Target="/ppt/notesSlides/notesSlide4.xml" Id="R47ac2eb3c36847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412d9fc274624" /><Relationship Type="http://schemas.openxmlformats.org/officeDocument/2006/relationships/image" Target="/ppt/media/image5.png" Id="R9d24d5aa501b4ea7" /><Relationship Type="http://schemas.openxmlformats.org/officeDocument/2006/relationships/image" Target="/ppt/media/image6.png" Id="R509f8ce4d78f4760" /><Relationship Type="http://schemas.openxmlformats.org/officeDocument/2006/relationships/image" Target="/ppt/media/image4.png" Id="R7559668477f44e7d" /><Relationship Type="http://schemas.openxmlformats.org/officeDocument/2006/relationships/image" Target="/ppt/media/image3.png" Id="R567636707e65445f" /><Relationship Type="http://schemas.openxmlformats.org/officeDocument/2006/relationships/notesSlide" Target="/ppt/notesSlides/notesSlide5.xml" Id="R98398467177247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d16003863a4be5" /><Relationship Type="http://schemas.openxmlformats.org/officeDocument/2006/relationships/image" Target="/ppt/media/image5.png" Id="Ra58ca5b524f44b9d" /><Relationship Type="http://schemas.openxmlformats.org/officeDocument/2006/relationships/image" Target="/ppt/media/image4.png" Id="R7269be3ff94040b1" /><Relationship Type="http://schemas.openxmlformats.org/officeDocument/2006/relationships/image" Target="/ppt/media/image6.png" Id="R6f61162d15ea492a" /><Relationship Type="http://schemas.openxmlformats.org/officeDocument/2006/relationships/image" Target="/ppt/media/image3.png" Id="R991ee8ef5fc04806" /><Relationship Type="http://schemas.openxmlformats.org/officeDocument/2006/relationships/notesSlide" Target="/ppt/notesSlides/notesSlide6.xml" Id="R14a267215a234f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510df3b35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5575" y="0"/>
            <a:ext cx="1876424" cy="1628774"/>
          </a:xfrm>
          <a:prstGeom xmlns:a="http://schemas.openxmlformats.org/drawingml/2006/main" prst="rect">
            <a:avLst/>
          </a:prstGeom>
        </p:spPr>
      </p:pic>
      <p:pic>
        <p:nvPicPr>
          <p:cNvPr id="1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5e8d53bc54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99" y="533400"/>
            <a:ext cx="2028498" cy="968835"/>
          </a:xfrm>
          <a:prstGeom xmlns:a="http://schemas.openxmlformats.org/drawingml/2006/main" prst="rect">
            <a:avLst/>
          </a:prstGeom>
        </p:spPr>
      </p:pic>
      <p:pic>
        <p:nvPicPr>
          <p:cNvPr id="1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f18677d8c44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15C929C1-7D8E-45B2-A62A-440BF0AFA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259543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sz="3100"/>
              <a:t>Vibeathon</a:t>
            </a:r>
            <a:r>
              <a:rPr sz="3100"/>
              <a:t> </a:t>
            </a:r>
            <a:r>
              <a:rPr sz="3100"/>
              <a:t>6.0</a:t>
            </a:r>
            <a:r>
              <a:rPr sz="3100"/>
              <a:t> </a:t>
            </a:r>
            <a:r>
              <a:rPr sz="3100"/>
              <a:t>(Vibecoding</a:t>
            </a:r>
            <a:r>
              <a:rPr sz="3100"/>
              <a:t> </a:t>
            </a:r>
            <a:r>
              <a:rPr sz="3100"/>
              <a:t>Hackathon)</a:t>
            </a:r>
            <a:r>
              <a:rPr sz="3100"/>
              <a:t> </a:t>
            </a:r>
            <a:r>
              <a:rPr sz="3100"/>
              <a:t>–</a:t>
            </a:r>
            <a:r>
              <a:rPr sz="3100"/>
              <a:t> </a:t>
            </a:r>
            <a:r>
              <a:rPr sz="3100"/>
              <a:t>July</a:t>
            </a:r>
            <a:r>
              <a:rPr sz="3100"/>
              <a:t> </a:t>
            </a:r>
            <a:r>
              <a:rPr sz="3100"/>
              <a:t>2026</a:t>
            </a: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FA0B65B0-1DC1-4CFD-8AF8-860777D3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4" y="900931"/>
            <a:ext cx="9472295" cy="505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4468495">
              <a:lnSpc>
                <a:spcPct val="100000"/>
              </a:lnSpc>
              <a:spcBef>
                <a:spcPts val="105"/>
              </a:spcBef>
              <a:buNone/>
            </a:pPr>
            <a:r>
              <a: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TITLE</a:t>
            </a:r>
            <a:r>
              <a: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6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PAGE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435"/>
              </a:spcBef>
              <a:buNone/>
            </a:pPr>
          </a:p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Name]</a:t>
            </a:r>
          </a:p>
          <a:p xmlns:a="http://schemas.openxmlformats.org/drawingml/2006/main">
            <a:pPr marL="12700" marR="594995">
              <a:lnSpc>
                <a:spcPct val="148000"/>
              </a:lnSpc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Leader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Leader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Full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Name]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College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College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Name]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725"/>
              </a:spcBef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Year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&amp;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Department: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[Example: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2nd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Year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–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CSE]</a:t>
            </a:r>
          </a:p>
          <a:p xmlns:a="http://schemas.openxmlformats.org/drawingml/2006/main">
            <a:pPr marL="12700" marR="5080">
              <a:lnSpc>
                <a:spcPct val="148000"/>
              </a:lnSpc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Problem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Statement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Project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Title: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[Enter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Your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Problem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Statement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or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Project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Title]</a:t>
            </a:r>
          </a:p>
        </p:txBody>
      </p:sp>
    </p:spTree>
    <p:extLst>
      <p:ext uri="{BB962C8B-B14F-4D97-AF65-F5344CB8AC3E}">
        <p14:creationId xmlns:p14="http://schemas.microsoft.com/office/powerpoint/2010/main" val="12592307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5ad64e42642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5589c298b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1E14B984-2B07-49F5-BDF0-EACEFB33AD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85144" rIns="0" bIns="0">
            <a:spAutoFit/>
          </a:bodyPr>
          <a:lstStyle xmlns:a="http://schemas.openxmlformats.org/drawingml/2006/main"/>
          <a:p xmlns:a="http://schemas.openxmlformats.org/drawingml/2006/main">
            <a:pPr marL="2245995">
              <a:lnSpc>
                <a:spcPct val="100000"/>
              </a:lnSpc>
              <a:spcBef>
                <a:spcPts val="130"/>
              </a:spcBef>
              <a:buNone/>
            </a:pPr>
            <a:r>
              <a:t>CURRENT</a:t>
            </a:r>
            <a:r>
              <a:t> </a:t>
            </a:r>
            <a:r>
              <a:t>PROBLEM</a:t>
            </a:r>
          </a:p>
        </p:txBody>
      </p:sp>
      <p:pic>
        <p:nvPicPr>
          <p:cNvPr id="23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c8f0d84d0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3126603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c8f0d84d0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3755252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c8f0d84d0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4383902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e7de7eadf4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5012552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7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c8f0d84d0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1572" y="5641202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E00AF36-4CD0-49FB-B102-0203B932A7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1899920">
              <a:lnSpc>
                <a:spcPct val="150000"/>
              </a:lnSpc>
              <a:spcBef>
                <a:spcPts val="95"/>
              </a:spcBef>
              <a:buNone/>
            </a:pPr>
            <a:r>
              <a:t>Problem</a:t>
            </a:r>
            <a:r>
              <a:t> </a:t>
            </a:r>
            <a:r>
              <a:t>Overview </a:t>
            </a:r>
            <a:r>
              <a:t>Who</a:t>
            </a:r>
            <a:r>
              <a:t> </a:t>
            </a:r>
            <a:r>
              <a:t>Is</a:t>
            </a:r>
            <a:r>
              <a:t> </a:t>
            </a:r>
            <a:r>
              <a:t>Affected </a:t>
            </a:r>
            <a:r>
              <a:t>Current</a:t>
            </a:r>
            <a:r>
              <a:t> </a:t>
            </a:r>
            <a:r>
              <a:t>Challenges</a:t>
            </a:r>
          </a:p>
          <a:p xmlns:a="http://schemas.openxmlformats.org/drawingml/2006/main">
            <a:pPr marL="12700" marR="5080">
              <a:lnSpc>
                <a:spcPct val="150000"/>
              </a:lnSpc>
              <a:buNone/>
            </a:pPr>
            <a:r>
              <a:t>Limitations</a:t>
            </a:r>
            <a:r>
              <a:t> </a:t>
            </a:r>
            <a:r>
              <a:t>of</a:t>
            </a:r>
            <a:r>
              <a:t> </a:t>
            </a:r>
            <a:r>
              <a:t>Existing</a:t>
            </a:r>
            <a:r>
              <a:t> </a:t>
            </a:r>
            <a:r>
              <a:t>Solutions </a:t>
            </a:r>
            <a:r>
              <a:t>Real-</a:t>
            </a:r>
            <a:r>
              <a:t>World</a:t>
            </a:r>
            <a:r>
              <a:t> </a:t>
            </a:r>
            <a:r>
              <a:t>Impact</a:t>
            </a: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7B87253F-6D07-485E-8E01-F19A499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94" y="183884"/>
            <a:ext cx="95186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572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360"/>
              </a:spcBef>
              <a:buNone/>
            </a:pP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Team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Name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265"/>
              </a:spcBef>
              <a:buNone/>
            </a:pP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/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5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Logo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3b671316c4c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637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2673d09a344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pic>
        <p:nvPicPr>
          <p:cNvPr id="23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9db578ec44a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pic>
        <p:nvPicPr>
          <p:cNvPr id="24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ac1950f47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25124" y="2609783"/>
            <a:ext cx="1374278" cy="1157287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8442FDFA-83F9-4464-9F71-2C6E7D47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4" y="301631"/>
            <a:ext cx="79375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2052B3AD-1D01-4B65-B97E-2A47CC405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6257" rIns="0" bIns="0">
            <a:spAutoFit/>
          </a:bodyPr>
          <a:lstStyle xmlns:a="http://schemas.openxmlformats.org/drawingml/2006/main"/>
          <a:p xmlns:a="http://schemas.openxmlformats.org/drawingml/2006/main">
            <a:pPr marL="2461895">
              <a:lnSpc>
                <a:spcPct val="100000"/>
              </a:lnSpc>
              <a:spcBef>
                <a:spcPts val="130"/>
              </a:spcBef>
              <a:buNone/>
            </a:pPr>
            <a:r>
              <a:t>Proposed</a:t>
            </a:r>
            <a:r>
              <a:t> </a:t>
            </a:r>
            <a:r>
              <a:t>Solution</a:t>
            </a:r>
          </a:p>
        </p:txBody>
      </p:sp>
      <p:pic>
        <p:nvPicPr>
          <p:cNvPr id="27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6f233b13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36994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8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6f233b13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41185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9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6f233b13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45376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30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6f233b13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4956774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3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6f233b13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574" y="5375874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28BDD832-1E0E-4011-ADFD-F50A8958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99" y="3486178"/>
            <a:ext cx="3562985" cy="2125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 marR="78740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Solution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Overview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How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It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Works</a:t>
            </a:r>
          </a:p>
          <a:p xmlns:a="http://schemas.openxmlformats.org/drawingml/2006/main">
            <a:pPr marL="12700" marR="5080">
              <a:lnSpc>
                <a:spcPct val="100000"/>
              </a:lnSpc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Key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Features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Innovative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Solution Unique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Value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Benefits</a:t>
            </a:r>
          </a:p>
        </p:txBody>
      </p:sp>
      <p:pic>
        <p:nvPicPr>
          <p:cNvPr id="33" name="object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d8db5e6ca4b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018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42fd27cc4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049AC43E-B212-4DA3-85B1-280BDEDC2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871345">
              <a:lnSpc>
                <a:spcPct val="100000"/>
              </a:lnSpc>
              <a:spcBef>
                <a:spcPts val="130"/>
              </a:spcBef>
              <a:buNone/>
            </a:pPr>
            <a:r>
              <a:t>TECHNICAL</a:t>
            </a:r>
            <a:r>
              <a:t> </a:t>
            </a:r>
            <a:r>
              <a:t>APPROACH</a:t>
            </a:r>
          </a:p>
        </p:txBody>
      </p:sp>
      <p:pic>
        <p:nvPicPr>
          <p:cNvPr id="2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cbf63c61b40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2412DC4-214F-4594-A059-7599DCDC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4" y="301631"/>
            <a:ext cx="79375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f118b3929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27977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f118b3929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32168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f118b3929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36359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7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f118b3929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4055031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8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f118b39294f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73" y="4474131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B956E875-5729-4AAF-876A-3B58006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398" y="2584435"/>
            <a:ext cx="3701415" cy="213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Technologies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Used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Tools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&amp;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Frameworks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System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Architecture Methodology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Workflow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How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the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Idea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Works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d5409d76a44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327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4d5aa501b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F36B2531-08FA-4859-8835-F0AD0B3DE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6975" y="57702"/>
            <a:ext cx="8805545" cy="624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797685">
              <a:lnSpc>
                <a:spcPct val="100000"/>
              </a:lnSpc>
              <a:spcBef>
                <a:spcPts val="130"/>
              </a:spcBef>
              <a:buNone/>
            </a:pPr>
            <a:r>
              <a:t>Use</a:t>
            </a:r>
            <a:r>
              <a:t> </a:t>
            </a:r>
            <a:r>
              <a:t>Cases</a:t>
            </a:r>
            <a:r>
              <a:t> </a:t>
            </a:r>
            <a:r>
              <a:t>&amp;</a:t>
            </a:r>
            <a:r>
              <a:t> </a:t>
            </a:r>
            <a:r>
              <a:t>Impact</a:t>
            </a:r>
          </a:p>
        </p:txBody>
      </p:sp>
      <p:pic>
        <p:nvPicPr>
          <p:cNvPr id="22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f8ce4d78f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2816046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3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f8ce4d78f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3235146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f8ce4d78f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3654245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f8ce4d78f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4073345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f8ce4d78f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10" y="4492445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B99AE28-7CDA-4215-9B0B-8F5765B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135" y="2602749"/>
            <a:ext cx="4133215" cy="2125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Key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Use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Cases</a:t>
            </a:r>
          </a:p>
          <a:p xmlns:a="http://schemas.openxmlformats.org/drawingml/2006/main">
            <a:pPr marL="12700" marR="5080">
              <a:lnSpc>
                <a:spcPct val="100000"/>
              </a:lnSpc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Target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Users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Beneficiaries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Real-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World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Applications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Expected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Impact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Measurable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Outcomes</a:t>
            </a:r>
          </a:p>
        </p:txBody>
      </p:sp>
      <p:pic>
        <p:nvPicPr>
          <p:cNvPr id="28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9668477f44e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688" y="0"/>
            <a:ext cx="1485899" cy="1057274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97B5B9FD-2984-423E-88D9-17153175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14" y="244532"/>
            <a:ext cx="79375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636707e6544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52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ca5b524f44b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599" y="0"/>
            <a:ext cx="914399" cy="989409"/>
          </a:xfrm>
          <a:prstGeom xmlns:a="http://schemas.openxmlformats.org/drawingml/2006/main" prst="rect">
            <a:avLst/>
          </a:prstGeom>
        </p:spPr>
      </p:pic>
      <p:pic>
        <p:nvPicPr>
          <p:cNvPr id="21" name="object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9be3ff94040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71" y="3171"/>
            <a:ext cx="1485899" cy="1057274"/>
          </a:xfrm>
          <a:prstGeom xmlns:a="http://schemas.openxmlformats.org/drawingml/2006/main" prst="rect">
            <a:avLst/>
          </a:prstGeom>
        </p:spPr>
      </p:pic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40280975-E03E-42F1-AA1D-E985E2F6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5" y="301631"/>
            <a:ext cx="770890" cy="42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445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350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Team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255"/>
              </a:spcBef>
              <a:buNone/>
            </a:pP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/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1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Logo</a:t>
            </a: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F7522D17-966D-4D99-9D3E-27B45E35A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6975" y="57702"/>
            <a:ext cx="8805545" cy="624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360170">
              <a:lnSpc>
                <a:spcPct val="100000"/>
              </a:lnSpc>
              <a:spcBef>
                <a:spcPts val="130"/>
              </a:spcBef>
              <a:buNone/>
            </a:pPr>
            <a:r>
              <a:t>Future</a:t>
            </a:r>
            <a:r>
              <a:t> </a:t>
            </a:r>
            <a:r>
              <a:t>Scope</a:t>
            </a:r>
            <a:r>
              <a:t> </a:t>
            </a:r>
            <a:r>
              <a:t>&amp; </a:t>
            </a:r>
            <a:r>
              <a:t>Conclusion</a:t>
            </a:r>
          </a:p>
        </p:txBody>
      </p:sp>
      <p:pic>
        <p:nvPicPr>
          <p:cNvPr id="24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1162d15ea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24338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5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1162d15ea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28529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6" name="object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1162d15ea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32720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7" name="object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1162d15ea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3691187"/>
            <a:ext cx="104775" cy="104774"/>
          </a:xfrm>
          <a:prstGeom xmlns:a="http://schemas.openxmlformats.org/drawingml/2006/main" prst="rect">
            <a:avLst/>
          </a:prstGeom>
        </p:spPr>
      </p:pic>
      <p:pic>
        <p:nvPicPr>
          <p:cNvPr id="28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1162d15ea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4193" y="4110287"/>
            <a:ext cx="104775" cy="104774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9F24DD95-E8CD-4876-B30D-191A913D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718" y="2220591"/>
            <a:ext cx="3841115" cy="213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51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0000"/>
              </a:lnSpc>
              <a:spcBef>
                <a:spcPts val="130"/>
              </a:spcBef>
              <a:buNone/>
            </a:pP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Future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Enhancements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Integration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Opportunities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Scalability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&amp;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Expansion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Future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Impact </a:t>
            </a:r>
            <a:r>
              <a:rPr sz="275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Conclusion</a:t>
            </a:r>
          </a:p>
        </p:txBody>
      </p:sp>
      <p:pic>
        <p:nvPicPr>
          <p:cNvPr id="30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ee8ef5fc048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28775"/>
            <a:ext cx="3981449" cy="4371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879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2026-07-27T06:13:26.8100000Z</dcterms:created>
  <dcterms:modified xsi:type="dcterms:W3CDTF">2026-07-27T06:13:26.8100000Z</dcterms:modified>
</coreProperties>
</file>