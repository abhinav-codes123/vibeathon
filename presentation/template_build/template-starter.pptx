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30e4dd76df42ac" /><Relationship Type="http://schemas.openxmlformats.org/officeDocument/2006/relationships/extended-properties" Target="/docProps/app.xml" Id="Rbffffbeffce84aa3" /><Relationship Type="http://schemas.openxmlformats.org/officeDocument/2006/relationships/officeDocument" Target="/ppt/presentation.xml" Id="Raab73be3a62041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012f8c297c4424"/>
  </p:sldMasterIdLst>
  <p:notesMasterIdLst>
    <p:notesMasterId xmlns:r="http://schemas.openxmlformats.org/officeDocument/2006/relationships" r:id="R409c4cffa0f04126"/>
  </p:notesMasterIdLst>
  <p:sldIdLst>
    <p:sldId xmlns:r="http://schemas.openxmlformats.org/officeDocument/2006/relationships" id="256" r:id="R7fd9e71da318462e"/>
    <p:sldId xmlns:r="http://schemas.openxmlformats.org/officeDocument/2006/relationships" id="257" r:id="R7ef25b9334dc4719"/>
    <p:sldId xmlns:r="http://schemas.openxmlformats.org/officeDocument/2006/relationships" id="258" r:id="R1ff49313547e4808"/>
    <p:sldId xmlns:r="http://schemas.openxmlformats.org/officeDocument/2006/relationships" id="259" r:id="Re8c9d36bb5a84eef"/>
    <p:sldId xmlns:r="http://schemas.openxmlformats.org/officeDocument/2006/relationships" id="260" r:id="R4153784c8c284ce2"/>
    <p:sldId xmlns:r="http://schemas.openxmlformats.org/officeDocument/2006/relationships" id="261" r:id="R99d552f2535d4e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2ff781e39b4d25" /><Relationship Type="http://schemas.openxmlformats.org/officeDocument/2006/relationships/slideMaster" Target="/ppt/slideMasters/slideMaster1.xml" Id="R80012f8c297c4424" /><Relationship Type="http://schemas.openxmlformats.org/officeDocument/2006/relationships/notesMaster" Target="/ppt/notesMasters/notesMaster1.xml" Id="R409c4cffa0f04126" /><Relationship Type="http://schemas.openxmlformats.org/officeDocument/2006/relationships/presProps" Target="/ppt/presProps.xml" Id="R43a740e17505402b" /><Relationship Type="http://schemas.openxmlformats.org/officeDocument/2006/relationships/viewProps" Target="/ppt/viewProps.xml" Id="R2ab2a2283ada43db" /><Relationship Type="http://schemas.openxmlformats.org/officeDocument/2006/relationships/tableStyles" Target="/ppt/tableStyles.xml" Id="R17f24e2d97d444ed" /><Relationship Type="http://schemas.openxmlformats.org/officeDocument/2006/relationships/slide" Target="/ppt/slides/slide1.xml" Id="R7fd9e71da318462e" /><Relationship Type="http://schemas.openxmlformats.org/officeDocument/2006/relationships/slide" Target="/ppt/slides/slide2.xml" Id="R7ef25b9334dc4719" /><Relationship Type="http://schemas.openxmlformats.org/officeDocument/2006/relationships/slide" Target="/ppt/slides/slide3.xml" Id="R1ff49313547e4808" /><Relationship Type="http://schemas.openxmlformats.org/officeDocument/2006/relationships/slide" Target="/ppt/slides/slide4.xml" Id="Re8c9d36bb5a84eef" /><Relationship Type="http://schemas.openxmlformats.org/officeDocument/2006/relationships/slide" Target="/ppt/slides/slide5.xml" Id="R4153784c8c284ce2" /><Relationship Type="http://schemas.openxmlformats.org/officeDocument/2006/relationships/slide" Target="/ppt/slides/slide6.xml" Id="R99d552f2535d4e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df8c5183be4e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26a1af4bba4cd8" /><Relationship Type="http://schemas.openxmlformats.org/officeDocument/2006/relationships/notesMaster" Target="/ppt/notesMasters/notesMaster1.xml" Id="R48d9e10a477b4d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e8f041b43b4699" /><Relationship Type="http://schemas.openxmlformats.org/officeDocument/2006/relationships/notesMaster" Target="/ppt/notesMasters/notesMaster1.xml" Id="R25dba2f2919b49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02314f3d22452d" /><Relationship Type="http://schemas.openxmlformats.org/officeDocument/2006/relationships/notesMaster" Target="/ppt/notesMasters/notesMaster1.xml" Id="R7196dfd31b6443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768d293542470c" /><Relationship Type="http://schemas.openxmlformats.org/officeDocument/2006/relationships/notesMaster" Target="/ppt/notesMasters/notesMaster1.xml" Id="R54cd8090107c48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2e7bc1dd4d40ff" /><Relationship Type="http://schemas.openxmlformats.org/officeDocument/2006/relationships/notesMaster" Target="/ppt/notesMasters/notesMaster1.xml" Id="R38a028e293434e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277c27ffd947b1" /><Relationship Type="http://schemas.openxmlformats.org/officeDocument/2006/relationships/notesMaster" Target="/ppt/notesMasters/notesMaster1.xml" Id="Ra4f0b9982cc64f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26cf19dd14491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100a8672ef4c0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eb8e48351343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e1e19b24284cf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a96644043140ec" /></Relationships>
</file>

<file path=ppt/slideLayouts/slideLayout1.xml><?xml version="1.0" encoding="utf-8"?>
<p:sldLayout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E84F1DC8-E2D5-4DC8-97AF-29177E94A12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25980"/>
            <a:ext cx="10363200" cy="1440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3950" b="1" i="0">
                <a:solidFill>
                  <a:schemeClr val="bg1"/>
                </a:solidFill>
                <a:latin typeface="Trebuchet MS"/>
                <a:ea typeface="Trebuchet MS"/>
                <a:cs typeface="Trebuchet MS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5481BD3E-3332-4473-A41B-DB503F03D1C8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1828800" y="3840480"/>
            <a:ext cx="85344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2750" b="0" i="0">
                <a:solidFill>
                  <a:schemeClr val="bg1"/>
                </a:solidFill>
                <a:latin typeface="Trebuchet MS"/>
                <a:ea typeface="Trebuchet MS"/>
                <a:cs typeface="Trebuchet MS"/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32064C7E-C45C-4ED2-9CF9-4B7C615196A5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ACDAAD2F-E552-4F8D-AFF4-A175380C4B75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E9B718DB-DF94-4CF7-9519-2240AC88B42E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9E518AF8-CB07-4276-9ACC-3A4F6AE634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3950" b="1" i="0">
                <a:solidFill>
                  <a:schemeClr val="bg1"/>
                </a:solidFill>
                <a:latin typeface="Trebuchet MS"/>
                <a:ea typeface="Trebuchet MS"/>
                <a:cs typeface="Trebuchet MS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1CD68F9C-5505-4247-BBE1-03AC422231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2750" b="0" i="0">
                <a:solidFill>
                  <a:schemeClr val="bg1"/>
                </a:solidFill>
                <a:latin typeface="Trebuchet MS"/>
                <a:ea typeface="Trebuchet MS"/>
                <a:cs typeface="Trebuchet MS"/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07E8242D-E48A-4E28-B805-07E5312B9BF6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9930C76E-A6D2-4AF9-8515-D0F0E31C473E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382C2D40-3C40-4BDF-A26D-8D9621A60751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9A562652-E464-4D82-BCD9-20484E1AE0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3950" b="1" i="0">
                <a:solidFill>
                  <a:schemeClr val="bg1"/>
                </a:solidFill>
                <a:latin typeface="Trebuchet MS"/>
                <a:ea typeface="Trebuchet MS"/>
                <a:cs typeface="Trebuchet MS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BBF5094B-BE88-421F-B5CF-30BE9CB2838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1577340"/>
            <a:ext cx="5303520" cy="452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6A9B7D26-E729-46FD-89AB-2F5361AEEE18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6278880" y="1577340"/>
            <a:ext cx="5303520" cy="452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2B643513-8B76-46B3-84C0-FBFFE595CFDF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6438D8C4-DC87-4601-9A3C-EF0EC3E336A6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E61243E9-3C92-4E8E-B121-2AB8832661DE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69D259BD-FA2A-4920-A220-8DC2547D0C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3950" b="1" i="0">
                <a:solidFill>
                  <a:schemeClr val="bg1"/>
                </a:solidFill>
                <a:latin typeface="Trebuchet MS"/>
                <a:ea typeface="Trebuchet MS"/>
                <a:cs typeface="Trebuchet MS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0E51C449-DAF1-4008-9FCA-85B8662D1EF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53E1BED9-E6A8-4E47-ABB2-718C7A70DAA1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01D041FA-19AC-4C4C-9196-4DDD10D60080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2435257B-D011-4D25-A5E3-815864B67B5C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8D2E3642-9918-452A-83E5-2E271408BDE9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2551BE71-AC54-4B46-B30B-753D201F466E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ccf68c8ed642f1" /><Relationship Type="http://schemas.openxmlformats.org/officeDocument/2006/relationships/slideLayout" Target="/ppt/slideLayouts/slideLayout1.xml" Id="R99a080a7f6d6430a" /><Relationship Type="http://schemas.openxmlformats.org/officeDocument/2006/relationships/slideLayout" Target="/ppt/slideLayouts/slideLayout2.xml" Id="R6b77dc9c72674f89" /><Relationship Type="http://schemas.openxmlformats.org/officeDocument/2006/relationships/slideLayout" Target="/ppt/slideLayouts/slideLayout3.xml" Id="R8fad259bece04a08" /><Relationship Type="http://schemas.openxmlformats.org/officeDocument/2006/relationships/slideLayout" Target="/ppt/slideLayouts/slideLayout4.xml" Id="R11a72236e3ed4043" /><Relationship Type="http://schemas.openxmlformats.org/officeDocument/2006/relationships/slideLayout" Target="/ppt/slideLayouts/slideLayout5.xml" Id="R1d894b832e6a494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g object 16">
            <a:extLst xmlns:a="http://schemas.openxmlformats.org/drawingml/2006/main">
              <a:ext uri="{FF2B5EF4-FFF2-40B4-BE49-F238E27FC236}">
                <a16:creationId xmlns:a16="http://schemas.microsoft.com/office/drawing/2014/main" id="{5FFA6AFC-9C72-4843-A13D-08FCB596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8F8294A5-3334-43C4-875E-BABCA6F0DF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6975" y="57702"/>
            <a:ext cx="8805545" cy="745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3950" b="1" i="0">
                <a:solidFill>
                  <a:schemeClr val="bg1"/>
                </a:solidFill>
                <a:latin typeface="Trebuchet MS"/>
                <a:ea typeface="Trebuchet MS"/>
                <a:cs typeface="Trebuchet MS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2F18BF67-1E25-476B-967F-AC50B364D0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415097" y="2708252"/>
            <a:ext cx="4907280" cy="316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2750" b="0" i="0">
                <a:solidFill>
                  <a:schemeClr val="bg1"/>
                </a:solidFill>
                <a:latin typeface="Trebuchet MS"/>
                <a:ea typeface="Trebuchet MS"/>
                <a:cs typeface="Trebuchet MS"/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9F33E828-F1B7-4959-89AC-08BC61CD0DC1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4145280" y="6377940"/>
            <a:ext cx="390144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83F1FD0C-430A-4529-9988-057ECF1B7FC5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xfrm xmlns:a="http://schemas.openxmlformats.org/drawingml/2006/main">
            <a:off x="609600" y="6377940"/>
            <a:ext cx="280416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20EF33EC-54E8-40B2-8CC4-8CC826ED5B78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>
          <a:xfrm xmlns:a="http://schemas.openxmlformats.org/drawingml/2006/main">
            <a:off x="8778240" y="6377940"/>
            <a:ext cx="280416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a080a7f6d6430a"/>
    <p:sldLayoutId xmlns:r="http://schemas.openxmlformats.org/officeDocument/2006/relationships" id="2147483650" r:id="R6b77dc9c72674f89"/>
    <p:sldLayoutId xmlns:r="http://schemas.openxmlformats.org/officeDocument/2006/relationships" id="2147483651" r:id="R8fad259bece04a08"/>
    <p:sldLayoutId xmlns:r="http://schemas.openxmlformats.org/officeDocument/2006/relationships" id="2147483652" r:id="R11a72236e3ed4043"/>
    <p:sldLayoutId xmlns:r="http://schemas.openxmlformats.org/officeDocument/2006/relationships" id="2147483653" r:id="R1d894b832e6a494e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7aa27f69734d3e" /><Relationship Type="http://schemas.openxmlformats.org/officeDocument/2006/relationships/image" Target="/ppt/media/image.png" Id="R23870ef63c024bf0" /><Relationship Type="http://schemas.openxmlformats.org/officeDocument/2006/relationships/image" Target="/ppt/media/image2.png" Id="Reaea73bdaac44f0e" /><Relationship Type="http://schemas.openxmlformats.org/officeDocument/2006/relationships/image" Target="/ppt/media/image3.png" Id="Rfb2f8ec734794210" /><Relationship Type="http://schemas.openxmlformats.org/officeDocument/2006/relationships/notesSlide" Target="/ppt/notesSlides/notesSlide1.xml" Id="R016259b3f9254f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e538ccb9c9454c" /><Relationship Type="http://schemas.openxmlformats.org/officeDocument/2006/relationships/image" Target="/ppt/media/image4.png" Id="Rfc53830504dd4d72" /><Relationship Type="http://schemas.openxmlformats.org/officeDocument/2006/relationships/image" Target="/ppt/media/image5.png" Id="R21b4a87a3eef4647" /><Relationship Type="http://schemas.openxmlformats.org/officeDocument/2006/relationships/image" Target="/ppt/media/image6.png" Id="R328c93884f7b4e6e" /><Relationship Type="http://schemas.openxmlformats.org/officeDocument/2006/relationships/image" Target="/ppt/media/image7.png" Id="Re17d1be205264898" /><Relationship Type="http://schemas.openxmlformats.org/officeDocument/2006/relationships/image" Target="/ppt/media/image3.png" Id="Rf0f992a25c0d49a2" /><Relationship Type="http://schemas.openxmlformats.org/officeDocument/2006/relationships/notesSlide" Target="/ppt/notesSlides/notesSlide2.xml" Id="R4a7e0088d7364a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6d2a6b6e5943ab" /><Relationship Type="http://schemas.openxmlformats.org/officeDocument/2006/relationships/image" Target="/ppt/media/image5.png" Id="R9055b55fadda4ffc" /><Relationship Type="http://schemas.openxmlformats.org/officeDocument/2006/relationships/image" Target="/ppt/media/image4.png" Id="R202784f67d534c02" /><Relationship Type="http://schemas.openxmlformats.org/officeDocument/2006/relationships/image" Target="/ppt/media/image8.png" Id="Rb279bf7117434fd3" /><Relationship Type="http://schemas.openxmlformats.org/officeDocument/2006/relationships/image" Target="/ppt/media/image6.png" Id="R76a31c11598947b3" /><Relationship Type="http://schemas.openxmlformats.org/officeDocument/2006/relationships/image" Target="/ppt/media/image3.png" Id="R0264b264a67e4a93" /><Relationship Type="http://schemas.openxmlformats.org/officeDocument/2006/relationships/notesSlide" Target="/ppt/notesSlides/notesSlide3.xml" Id="Rda891127c0474b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6b0b40dfa94513" /><Relationship Type="http://schemas.openxmlformats.org/officeDocument/2006/relationships/image" Target="/ppt/media/image5.png" Id="Re3267e8a9bb943ca" /><Relationship Type="http://schemas.openxmlformats.org/officeDocument/2006/relationships/image" Target="/ppt/media/image4.png" Id="Rbfac10ca204c420c" /><Relationship Type="http://schemas.openxmlformats.org/officeDocument/2006/relationships/image" Target="/ppt/media/image6.png" Id="Rbfa42872efda4993" /><Relationship Type="http://schemas.openxmlformats.org/officeDocument/2006/relationships/image" Target="/ppt/media/image3.png" Id="R6852b6ff44c44cb3" /><Relationship Type="http://schemas.openxmlformats.org/officeDocument/2006/relationships/notesSlide" Target="/ppt/notesSlides/notesSlide4.xml" Id="Rbcb5d52aa92f4b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005a943e864e1e" /><Relationship Type="http://schemas.openxmlformats.org/officeDocument/2006/relationships/image" Target="/ppt/media/image5.png" Id="Rf35e60f93eba40ad" /><Relationship Type="http://schemas.openxmlformats.org/officeDocument/2006/relationships/image" Target="/ppt/media/image6.png" Id="Raeb05d5f1c0f4c27" /><Relationship Type="http://schemas.openxmlformats.org/officeDocument/2006/relationships/image" Target="/ppt/media/image4.png" Id="R496d6510bd074f5c" /><Relationship Type="http://schemas.openxmlformats.org/officeDocument/2006/relationships/image" Target="/ppt/media/image3.png" Id="Rb48611ba5ce24663" /><Relationship Type="http://schemas.openxmlformats.org/officeDocument/2006/relationships/notesSlide" Target="/ppt/notesSlides/notesSlide5.xml" Id="R235f4c44ec984e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34e7954cb64aef" /><Relationship Type="http://schemas.openxmlformats.org/officeDocument/2006/relationships/image" Target="/ppt/media/image5.png" Id="Racc7313b743a4d43" /><Relationship Type="http://schemas.openxmlformats.org/officeDocument/2006/relationships/image" Target="/ppt/media/image4.png" Id="R0b064e36f75349d9" /><Relationship Type="http://schemas.openxmlformats.org/officeDocument/2006/relationships/image" Target="/ppt/media/image6.png" Id="Rc3d692171bb54c0e" /><Relationship Type="http://schemas.openxmlformats.org/officeDocument/2006/relationships/image" Target="/ppt/media/image3.png" Id="Rb6f6b7631a1f40e2" /><Relationship Type="http://schemas.openxmlformats.org/officeDocument/2006/relationships/notesSlide" Target="/ppt/notesSlides/notesSlide6.xml" Id="R7b0dc9023c9547b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870ef63c024b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15575" y="0"/>
            <a:ext cx="1876424" cy="1628774"/>
          </a:xfrm>
          <a:prstGeom xmlns:a="http://schemas.openxmlformats.org/drawingml/2006/main" prst="rect">
            <a:avLst/>
          </a:prstGeom>
        </p:spPr>
      </p:pic>
      <p:pic>
        <p:nvPicPr>
          <p:cNvPr id="11" name="object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a73bdaac44f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199" y="533400"/>
            <a:ext cx="2028498" cy="968835"/>
          </a:xfrm>
          <a:prstGeom xmlns:a="http://schemas.openxmlformats.org/drawingml/2006/main" prst="rect">
            <a:avLst/>
          </a:prstGeom>
        </p:spPr>
      </p:pic>
      <p:pic>
        <p:nvPicPr>
          <p:cNvPr id="12" name="object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2f8ec7347942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628775"/>
            <a:ext cx="3981449" cy="4371974"/>
          </a:xfrm>
          <a:prstGeom xmlns:a="http://schemas.openxmlformats.org/drawingml/2006/main" prst="rect">
            <a:avLst/>
          </a:prstGeom>
        </p:spPr>
      </p:pic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81C814DA-0891-4F45-8D24-D0A12325DA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59543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5"/>
              </a:spcBef>
              <a:buNone/>
            </a:pPr>
            <a:r>
              <a:rPr sz="3100"/>
              <a:t>Vibeathon</a:t>
            </a:r>
            <a:r>
              <a:rPr sz="3100"/>
              <a:t> </a:t>
            </a:r>
            <a:r>
              <a:rPr sz="3100"/>
              <a:t>6.0</a:t>
            </a:r>
            <a:r>
              <a:rPr sz="3100"/>
              <a:t> </a:t>
            </a:r>
            <a:r>
              <a:rPr sz="3100"/>
              <a:t>(Vibecoding</a:t>
            </a:r>
            <a:r>
              <a:rPr sz="3100"/>
              <a:t> </a:t>
            </a:r>
            <a:r>
              <a:rPr sz="3100"/>
              <a:t>Hackathon)</a:t>
            </a:r>
            <a:r>
              <a:rPr sz="3100"/>
              <a:t> </a:t>
            </a:r>
            <a:r>
              <a:rPr sz="3100"/>
              <a:t>–</a:t>
            </a:r>
            <a:r>
              <a:rPr sz="3100"/>
              <a:t> </a:t>
            </a:r>
            <a:r>
              <a:rPr sz="3100"/>
              <a:t>July</a:t>
            </a:r>
            <a:r>
              <a:rPr sz="3100"/>
              <a:t> </a:t>
            </a:r>
            <a:r>
              <a:rPr sz="3100"/>
              <a:t>2026</a:t>
            </a:r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8EDBA88E-A9CB-44EF-A6D3-D8C40DB4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4" y="900931"/>
            <a:ext cx="9472295" cy="50533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335" rIns="0" bIns="0">
            <a:spAutoFit/>
          </a:bodyPr>
          <a:lstStyle xmlns:a="http://schemas.openxmlformats.org/drawingml/2006/main"/>
          <a:p xmlns:a="http://schemas.openxmlformats.org/drawingml/2006/main">
            <a:pPr marL="4468495">
              <a:lnSpc>
                <a:spcPct val="100000"/>
              </a:lnSpc>
              <a:spcBef>
                <a:spcPts val="105"/>
              </a:spcBef>
              <a:buNone/>
            </a:pPr>
            <a:r>
              <a: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TITLE</a:t>
            </a:r>
            <a:r>
              <a: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PAGE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435"/>
              </a:spcBef>
              <a:buNone/>
            </a:pPr>
          </a:p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Team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Name: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[Enter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Team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Name]</a:t>
            </a:r>
          </a:p>
          <a:p xmlns:a="http://schemas.openxmlformats.org/drawingml/2006/main">
            <a:pPr marL="12700" marR="594995">
              <a:lnSpc>
                <a:spcPct val="148000"/>
              </a:lnSpc>
              <a:buNone/>
            </a:pP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Team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Leader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Name: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[Enter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Team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Leader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Full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Name]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College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Name: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[Enter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College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Name]</a:t>
            </a: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725"/>
              </a:spcBef>
              <a:buNone/>
            </a:pP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Year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&amp;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Department: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[Example: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2nd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Year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–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CSE]</a:t>
            </a:r>
          </a:p>
          <a:p xmlns:a="http://schemas.openxmlformats.org/drawingml/2006/main">
            <a:pPr marL="12700" marR="5080">
              <a:lnSpc>
                <a:spcPct val="148000"/>
              </a:lnSpc>
              <a:buNone/>
            </a:pP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Problem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Statement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/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Project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Title: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[Enter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Your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Problem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Statement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or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Project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Title]</a:t>
            </a:r>
          </a:p>
        </p:txBody>
      </p:sp>
    </p:spTree>
    <p:extLst>
      <p:ext uri="{BB962C8B-B14F-4D97-AF65-F5344CB8AC3E}">
        <p14:creationId xmlns:p14="http://schemas.microsoft.com/office/powerpoint/2010/main" val="17273037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53830504dd4d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271" y="3171"/>
            <a:ext cx="1485899" cy="1057274"/>
          </a:xfrm>
          <a:prstGeom xmlns:a="http://schemas.openxmlformats.org/drawingml/2006/main" prst="rect">
            <a:avLst/>
          </a:prstGeom>
        </p:spPr>
      </p:pic>
      <p:pic>
        <p:nvPicPr>
          <p:cNvPr id="21" name="object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b4a87a3eef46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77599" y="0"/>
            <a:ext cx="914399" cy="989409"/>
          </a:xfrm>
          <a:prstGeom xmlns:a="http://schemas.openxmlformats.org/drawingml/2006/main" prst="rect">
            <a:avLst/>
          </a:prstGeom>
        </p:spPr>
      </p:pic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AE6F7D88-1393-44E4-9315-6501A5AF80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85144" rIns="0" bIns="0">
            <a:spAutoFit/>
          </a:bodyPr>
          <a:lstStyle xmlns:a="http://schemas.openxmlformats.org/drawingml/2006/main"/>
          <a:p xmlns:a="http://schemas.openxmlformats.org/drawingml/2006/main">
            <a:pPr marL="2245995">
              <a:lnSpc>
                <a:spcPct val="100000"/>
              </a:lnSpc>
              <a:spcBef>
                <a:spcPts val="130"/>
              </a:spcBef>
              <a:buNone/>
            </a:pPr>
            <a:r>
              <a:t>CURRENT</a:t>
            </a:r>
            <a:r>
              <a:t> </a:t>
            </a:r>
            <a:r>
              <a:t>PROBLEM</a:t>
            </a:r>
          </a:p>
        </p:txBody>
      </p:sp>
      <p:pic>
        <p:nvPicPr>
          <p:cNvPr id="23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8c93884f7b4e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1572" y="3126603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24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8c93884f7b4e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1572" y="3755252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25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8c93884f7b4e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1572" y="4383902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26" name="object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7d1be2052648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1572" y="5012552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27" name="object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8c93884f7b4e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1572" y="5641202"/>
            <a:ext cx="104775" cy="104774"/>
          </a:xfrm>
          <a:prstGeom xmlns:a="http://schemas.openxmlformats.org/drawingml/2006/main" prst="rect">
            <a:avLst/>
          </a:prstGeom>
        </p:spPr>
      </p:pic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9295888F-85C5-4757-85B0-28BD53C012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1899920">
              <a:lnSpc>
                <a:spcPct val="150000"/>
              </a:lnSpc>
              <a:spcBef>
                <a:spcPts val="95"/>
              </a:spcBef>
              <a:buNone/>
            </a:pPr>
            <a:r>
              <a:t>Problem</a:t>
            </a:r>
            <a:r>
              <a:t> </a:t>
            </a:r>
            <a:r>
              <a:t>Overview </a:t>
            </a:r>
            <a:r>
              <a:t>Who</a:t>
            </a:r>
            <a:r>
              <a:t> </a:t>
            </a:r>
            <a:r>
              <a:t>Is</a:t>
            </a:r>
            <a:r>
              <a:t> </a:t>
            </a:r>
            <a:r>
              <a:t>Affected </a:t>
            </a:r>
            <a:r>
              <a:t>Current</a:t>
            </a:r>
            <a:r>
              <a:t> </a:t>
            </a:r>
            <a:r>
              <a:t>Challenges</a:t>
            </a:r>
          </a:p>
          <a:p xmlns:a="http://schemas.openxmlformats.org/drawingml/2006/main">
            <a:pPr marL="12700" marR="5080">
              <a:lnSpc>
                <a:spcPct val="150000"/>
              </a:lnSpc>
              <a:buNone/>
            </a:pPr>
            <a:r>
              <a:t>Limitations</a:t>
            </a:r>
            <a:r>
              <a:t> </a:t>
            </a:r>
            <a:r>
              <a:t>of</a:t>
            </a:r>
            <a:r>
              <a:t> </a:t>
            </a:r>
            <a:r>
              <a:t>Existing</a:t>
            </a:r>
            <a:r>
              <a:t> </a:t>
            </a:r>
            <a:r>
              <a:t>Solutions </a:t>
            </a:r>
            <a:r>
              <a:t>Real-</a:t>
            </a:r>
            <a:r>
              <a:t>World</a:t>
            </a:r>
            <a:r>
              <a:t> </a:t>
            </a:r>
            <a:r>
              <a:t>Impact</a:t>
            </a:r>
          </a:p>
        </p:txBody>
      </p:sp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E7DDB696-F3C7-40C9-BA27-BA02CB5B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94" y="183884"/>
            <a:ext cx="951865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4572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360"/>
              </a:spcBef>
              <a:buNone/>
            </a:pPr>
            <a:r>
              <a:rPr sz="135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Team</a:t>
            </a:r>
            <a:r>
              <a:rPr sz="135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35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Name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265"/>
              </a:spcBef>
              <a:buNone/>
            </a:pPr>
            <a:r>
              <a:rPr sz="135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/</a:t>
            </a:r>
            <a:r>
              <a:rPr sz="135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35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Logo</a:t>
            </a:r>
          </a:p>
        </p:txBody>
      </p:sp>
      <p:pic>
        <p:nvPicPr>
          <p:cNvPr id="30" name="object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f992a25c0d49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628775"/>
            <a:ext cx="3981449" cy="437197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025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55b55fadda4f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77599" y="0"/>
            <a:ext cx="914399" cy="989409"/>
          </a:xfrm>
          <a:prstGeom xmlns:a="http://schemas.openxmlformats.org/drawingml/2006/main" prst="rect">
            <a:avLst/>
          </a:prstGeom>
        </p:spPr>
      </p:pic>
      <p:pic>
        <p:nvPicPr>
          <p:cNvPr id="23" name="object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2784f67d534c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271" y="3171"/>
            <a:ext cx="1485899" cy="1057274"/>
          </a:xfrm>
          <a:prstGeom xmlns:a="http://schemas.openxmlformats.org/drawingml/2006/main" prst="rect">
            <a:avLst/>
          </a:prstGeom>
        </p:spPr>
      </p:pic>
      <p:pic>
        <p:nvPicPr>
          <p:cNvPr id="24" name="object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9bf7117434f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25124" y="2609783"/>
            <a:ext cx="1374278" cy="1157287"/>
          </a:xfrm>
          <a:prstGeom xmlns:a="http://schemas.openxmlformats.org/drawingml/2006/main" prst="rect">
            <a:avLst/>
          </a:prstGeom>
        </p:spPr>
      </p:pic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4384F0CB-BE9E-4D4B-B80F-26652588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14" y="301631"/>
            <a:ext cx="793750" cy="42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444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350"/>
              </a:spcBef>
              <a:buNone/>
            </a:pP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Team</a:t>
            </a: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Name</a:t>
            </a:r>
          </a:p>
          <a:p xmlns:a="http://schemas.openxmlformats.org/drawingml/2006/main">
            <a:pPr marL="12700">
              <a:lnSpc>
                <a:spcPct val="100000"/>
              </a:lnSpc>
              <a:spcBef>
                <a:spcPts val="255"/>
              </a:spcBef>
              <a:buNone/>
            </a:pP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/</a:t>
            </a: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Logo</a:t>
            </a:r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08D6DAC1-78CF-4E7C-B011-E2E62D619F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56257" rIns="0" bIns="0">
            <a:spAutoFit/>
          </a:bodyPr>
          <a:lstStyle xmlns:a="http://schemas.openxmlformats.org/drawingml/2006/main"/>
          <a:p xmlns:a="http://schemas.openxmlformats.org/drawingml/2006/main">
            <a:pPr marL="2461895">
              <a:lnSpc>
                <a:spcPct val="100000"/>
              </a:lnSpc>
              <a:spcBef>
                <a:spcPts val="130"/>
              </a:spcBef>
              <a:buNone/>
            </a:pPr>
            <a:r>
              <a:t>Proposed</a:t>
            </a:r>
            <a:r>
              <a:t> </a:t>
            </a:r>
            <a:r>
              <a:t>Solution</a:t>
            </a:r>
          </a:p>
        </p:txBody>
      </p:sp>
      <p:pic>
        <p:nvPicPr>
          <p:cNvPr id="27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31c11598947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2574" y="3699474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28" name="object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31c11598947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2574" y="4118574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29" name="object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31c11598947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2574" y="4537674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30" name="object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31c11598947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2574" y="4956774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31" name="object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31c11598947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2574" y="5375874"/>
            <a:ext cx="104775" cy="104774"/>
          </a:xfrm>
          <a:prstGeom xmlns:a="http://schemas.openxmlformats.org/drawingml/2006/main" prst="rect">
            <a:avLst/>
          </a:prstGeom>
        </p:spPr>
      </p:pic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6B3CBC2F-9ACC-4C09-9B25-5352A20B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099" y="3486178"/>
            <a:ext cx="3562985" cy="21259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 marR="787400">
              <a:lnSpc>
                <a:spcPct val="100000"/>
              </a:lnSpc>
              <a:spcBef>
                <a:spcPts val="130"/>
              </a:spcBef>
              <a:buNone/>
            </a:pP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Solution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Overview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How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It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Works</a:t>
            </a:r>
          </a:p>
          <a:p xmlns:a="http://schemas.openxmlformats.org/drawingml/2006/main">
            <a:pPr marL="12700" marR="5080">
              <a:lnSpc>
                <a:spcPct val="100000"/>
              </a:lnSpc>
              <a:buNone/>
            </a:pP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Key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Features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Innovative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Solution Unique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Value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/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Benefits</a:t>
            </a:r>
          </a:p>
        </p:txBody>
      </p:sp>
      <p:pic>
        <p:nvPicPr>
          <p:cNvPr id="33" name="object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64b264a67e4a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628775"/>
            <a:ext cx="3981449" cy="437197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2442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67e8a9bb943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77599" y="0"/>
            <a:ext cx="914399" cy="989409"/>
          </a:xfrm>
          <a:prstGeom xmlns:a="http://schemas.openxmlformats.org/drawingml/2006/main" prst="rect">
            <a:avLst/>
          </a:prstGeom>
        </p:spPr>
      </p:pic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B6F10AE0-F08B-419E-9B7E-F718BF0772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871345">
              <a:lnSpc>
                <a:spcPct val="100000"/>
              </a:lnSpc>
              <a:spcBef>
                <a:spcPts val="130"/>
              </a:spcBef>
              <a:buNone/>
            </a:pPr>
            <a:r>
              <a:t>TECHNICAL</a:t>
            </a:r>
            <a:r>
              <a:t> </a:t>
            </a:r>
            <a:r>
              <a:t>APPROACH</a:t>
            </a:r>
          </a:p>
        </p:txBody>
      </p:sp>
      <p:pic>
        <p:nvPicPr>
          <p:cNvPr id="22" name="object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c10ca204c42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271" y="3171"/>
            <a:ext cx="1485899" cy="1057274"/>
          </a:xfrm>
          <a:prstGeom xmlns:a="http://schemas.openxmlformats.org/drawingml/2006/main" prst="rect">
            <a:avLst/>
          </a:prstGeom>
        </p:spPr>
      </p:pic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DF138370-CC1A-4562-BBAD-7BEE8AF6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14" y="301631"/>
            <a:ext cx="793750" cy="42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444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350"/>
              </a:spcBef>
              <a:buNone/>
            </a:pP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Team</a:t>
            </a: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Name</a:t>
            </a:r>
          </a:p>
          <a:p xmlns:a="http://schemas.openxmlformats.org/drawingml/2006/main">
            <a:pPr marL="12700">
              <a:lnSpc>
                <a:spcPct val="100000"/>
              </a:lnSpc>
              <a:spcBef>
                <a:spcPts val="255"/>
              </a:spcBef>
              <a:buNone/>
            </a:pP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/</a:t>
            </a: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Logo</a:t>
            </a:r>
          </a:p>
        </p:txBody>
      </p:sp>
      <p:pic>
        <p:nvPicPr>
          <p:cNvPr id="24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42872efda49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4873" y="2797731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25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42872efda49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4873" y="3216831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26" name="object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42872efda49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4873" y="3635931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27" name="object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42872efda49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4873" y="4055031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28" name="object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42872efda49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4873" y="4474131"/>
            <a:ext cx="104775" cy="104774"/>
          </a:xfrm>
          <a:prstGeom xmlns:a="http://schemas.openxmlformats.org/drawingml/2006/main" prst="rect">
            <a:avLst/>
          </a:prstGeom>
        </p:spPr>
      </p:pic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1084774A-00AD-45D3-B675-CF04282C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398" y="2584435"/>
            <a:ext cx="3701415" cy="21323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00000"/>
              </a:lnSpc>
              <a:spcBef>
                <a:spcPts val="130"/>
              </a:spcBef>
              <a:buNone/>
            </a:pP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Technologies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Used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Tools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&amp;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Frameworks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System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Architecture Methodology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/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Workflow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How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the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Idea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Works</a:t>
            </a:r>
          </a:p>
        </p:txBody>
      </p:sp>
      <p:pic>
        <p:nvPicPr>
          <p:cNvPr id="30" name="object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52b6ff44c44c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628775"/>
            <a:ext cx="3981449" cy="437197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2004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5e60f93eba40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77599" y="0"/>
            <a:ext cx="914399" cy="989409"/>
          </a:xfrm>
          <a:prstGeom xmlns:a="http://schemas.openxmlformats.org/drawingml/2006/main" prst="rect">
            <a:avLst/>
          </a:prstGeom>
        </p:spPr>
      </p:pic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2431DCC5-AEA4-442C-8B11-7DF2682876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6975" y="57702"/>
            <a:ext cx="8805545" cy="6242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797685">
              <a:lnSpc>
                <a:spcPct val="100000"/>
              </a:lnSpc>
              <a:spcBef>
                <a:spcPts val="130"/>
              </a:spcBef>
              <a:buNone/>
            </a:pPr>
            <a:r>
              <a:t>Use</a:t>
            </a:r>
            <a:r>
              <a:t> </a:t>
            </a:r>
            <a:r>
              <a:t>Cases</a:t>
            </a:r>
            <a:r>
              <a:t> </a:t>
            </a:r>
            <a:r>
              <a:t>&amp;</a:t>
            </a:r>
            <a:r>
              <a:t> </a:t>
            </a:r>
            <a:r>
              <a:t>Impact</a:t>
            </a:r>
          </a:p>
        </p:txBody>
      </p:sp>
      <p:pic>
        <p:nvPicPr>
          <p:cNvPr id="22" name="object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05d5f1c0f4c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12610" y="2816046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23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05d5f1c0f4c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12610" y="3235146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24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05d5f1c0f4c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12610" y="3654245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25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05d5f1c0f4c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12610" y="4073345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26" name="object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05d5f1c0f4c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12610" y="4492445"/>
            <a:ext cx="104775" cy="104774"/>
          </a:xfrm>
          <a:prstGeom xmlns:a="http://schemas.openxmlformats.org/drawingml/2006/main" prst="rect">
            <a:avLst/>
          </a:prstGeom>
        </p:spPr>
      </p:pic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4A0D5083-3D48-4F59-AF04-96BD35A5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135" y="2602749"/>
            <a:ext cx="4133215" cy="21259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Key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Use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Cases</a:t>
            </a:r>
          </a:p>
          <a:p xmlns:a="http://schemas.openxmlformats.org/drawingml/2006/main">
            <a:pPr marL="12700" marR="5080">
              <a:lnSpc>
                <a:spcPct val="100000"/>
              </a:lnSpc>
              <a:buNone/>
            </a:pP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Target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Users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/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Beneficiaries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Real-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World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Applications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Expected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Impact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Measurable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Outcomes</a:t>
            </a:r>
          </a:p>
        </p:txBody>
      </p:sp>
      <p:pic>
        <p:nvPicPr>
          <p:cNvPr id="28" name="object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6d6510bd074f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688" y="0"/>
            <a:ext cx="1485899" cy="1057274"/>
          </a:xfrm>
          <a:prstGeom xmlns:a="http://schemas.openxmlformats.org/drawingml/2006/main" prst="rect">
            <a:avLst/>
          </a:prstGeom>
        </p:spPr>
      </p:pic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877623E7-BA2E-4C1F-BBCC-C693A475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14" y="244532"/>
            <a:ext cx="793750" cy="42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444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350"/>
              </a:spcBef>
              <a:buNone/>
            </a:pP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Team</a:t>
            </a: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Name</a:t>
            </a:r>
          </a:p>
          <a:p xmlns:a="http://schemas.openxmlformats.org/drawingml/2006/main">
            <a:pPr marL="12700">
              <a:lnSpc>
                <a:spcPct val="100000"/>
              </a:lnSpc>
              <a:spcBef>
                <a:spcPts val="255"/>
              </a:spcBef>
              <a:buNone/>
            </a:pP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/</a:t>
            </a: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Logo</a:t>
            </a:r>
          </a:p>
        </p:txBody>
      </p:sp>
      <p:pic>
        <p:nvPicPr>
          <p:cNvPr id="30" name="object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8611ba5ce246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628775"/>
            <a:ext cx="3981449" cy="437197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45392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c7313b743a4d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77599" y="0"/>
            <a:ext cx="914399" cy="989409"/>
          </a:xfrm>
          <a:prstGeom xmlns:a="http://schemas.openxmlformats.org/drawingml/2006/main" prst="rect">
            <a:avLst/>
          </a:prstGeom>
        </p:spPr>
      </p:pic>
      <p:pic>
        <p:nvPicPr>
          <p:cNvPr id="21" name="object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64e36f75349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271" y="3171"/>
            <a:ext cx="1485899" cy="1057274"/>
          </a:xfrm>
          <a:prstGeom xmlns:a="http://schemas.openxmlformats.org/drawingml/2006/main" prst="rect">
            <a:avLst/>
          </a:prstGeom>
        </p:spPr>
      </p:pic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DF941658-4F64-4F68-A256-0DB632AB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425" y="301631"/>
            <a:ext cx="770890" cy="42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4445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350"/>
              </a:spcBef>
              <a:buNone/>
            </a:pP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Team</a:t>
            </a: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Name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255"/>
              </a:spcBef>
              <a:buNone/>
            </a:pP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/</a:t>
            </a: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Logo</a:t>
            </a:r>
          </a:p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79DDC851-B323-43D7-A465-0B32341DA6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6975" y="57702"/>
            <a:ext cx="8805545" cy="6242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360170">
              <a:lnSpc>
                <a:spcPct val="100000"/>
              </a:lnSpc>
              <a:spcBef>
                <a:spcPts val="130"/>
              </a:spcBef>
              <a:buNone/>
            </a:pPr>
            <a:r>
              <a:t>Future</a:t>
            </a:r>
            <a:r>
              <a:t> </a:t>
            </a:r>
            <a:r>
              <a:t>Scope</a:t>
            </a:r>
            <a:r>
              <a:t> </a:t>
            </a:r>
            <a:r>
              <a:t>&amp; </a:t>
            </a:r>
            <a:r>
              <a:t>Conclusion</a:t>
            </a:r>
          </a:p>
        </p:txBody>
      </p:sp>
      <p:pic>
        <p:nvPicPr>
          <p:cNvPr id="24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692171bb54c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54193" y="2433887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25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692171bb54c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54193" y="2852987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26" name="object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692171bb54c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54193" y="3272087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27" name="object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692171bb54c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54193" y="3691187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28" name="object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692171bb54c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54193" y="4110287"/>
            <a:ext cx="104775" cy="104774"/>
          </a:xfrm>
          <a:prstGeom xmlns:a="http://schemas.openxmlformats.org/drawingml/2006/main" prst="rect">
            <a:avLst/>
          </a:prstGeom>
        </p:spPr>
      </p:pic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DA2EE10E-FDF6-484A-8E97-0C8AC5EA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7718" y="2220591"/>
            <a:ext cx="3841115" cy="21323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00000"/>
              </a:lnSpc>
              <a:spcBef>
                <a:spcPts val="130"/>
              </a:spcBef>
              <a:buNone/>
            </a:pP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Future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Enhancements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Integration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Opportunities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Scalability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&amp;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Expansion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Future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Impact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Conclusion</a:t>
            </a:r>
          </a:p>
        </p:txBody>
      </p:sp>
      <p:pic>
        <p:nvPicPr>
          <p:cNvPr id="30" name="object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f6b7631a1f40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628775"/>
            <a:ext cx="3981449" cy="437197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3527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2026-07-27T04:51:46.4880000Z</dcterms:created>
  <dcterms:modified xsi:type="dcterms:W3CDTF">2026-07-27T04:51:46.4880000Z</dcterms:modified>
</coreProperties>
</file>